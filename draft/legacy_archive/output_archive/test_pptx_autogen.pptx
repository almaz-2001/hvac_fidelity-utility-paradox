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US"/>
              <a:t>Test</a:t>
            </a:r>
            <a:endParaRPr lang="en-US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WPS Presentation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Calibri Light</vt:lpstr>
      <vt:lpstr>Arial Unicode MS</vt:lpstr>
      <vt:lpstr>Microsoft YaHei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Алмаз Сапаргали</cp:lastModifiedBy>
  <cp:revision>4</cp:revision>
  <dcterms:created xsi:type="dcterms:W3CDTF">2025-07-23T00:59:00Z</dcterms:created>
  <dcterms:modified xsi:type="dcterms:W3CDTF">2026-04-05T08:12:28Z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35CFB9AFA0A54D20A6B89B94BBDEECFA_11</vt:lpwstr>
  </property>
</Properties>
</file>